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314" r:id="rId3"/>
    <p:sldId id="418" r:id="rId4"/>
    <p:sldId id="41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86"/>
    <p:restoredTop sz="94553"/>
  </p:normalViewPr>
  <p:slideViewPr>
    <p:cSldViewPr snapToGrid="0" snapToObjects="1">
      <p:cViewPr>
        <p:scale>
          <a:sx n="117" d="100"/>
          <a:sy n="117" d="100"/>
        </p:scale>
        <p:origin x="496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B3090-818E-374E-8128-98EBD59247F5}" type="datetimeFigureOut">
              <a:rPr kumimoji="1" lang="zh-CN" altLang="en-US" smtClean="0"/>
              <a:t>2022/5/31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8DA4FA-D663-874B-B906-A8066347C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18206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19B33-44B1-6245-85F6-AE609686B486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1900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19B33-44B1-6245-85F6-AE609686B486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2606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19B33-44B1-6245-85F6-AE609686B486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18655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BD4C4E-B1CA-C547-BCF1-A4C85F2A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8DC064E-0AC5-5240-A83E-29DDC4AD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B9A00C-78A3-CC41-B4C8-83CE6A990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26B84-87D9-CD40-AC10-40C642A1F7BC}" type="datetimeFigureOut">
              <a:rPr kumimoji="1" lang="zh-CN" altLang="en-US" smtClean="0"/>
              <a:t>2022/5/31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33F5B6-7918-6F41-BEB4-7358C6F88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C0046F-0E7C-CE41-9C8F-FD763F6AD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B9011-55A9-6242-A2E7-D712671FDD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42438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A04C63-0CCA-AB44-A6D4-2C31ED3DF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0A762B-7D65-9A4D-B858-0BD435A3A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B788BC-847C-A642-8CB7-6A18FD7EA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26B84-87D9-CD40-AC10-40C642A1F7BC}" type="datetimeFigureOut">
              <a:rPr kumimoji="1" lang="zh-CN" altLang="en-US" smtClean="0"/>
              <a:t>2022/5/31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198D49-3713-0B40-8A80-8F37C107E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E7D06F-0A5C-C449-814F-AB6C30466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B9011-55A9-6242-A2E7-D712671FDD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3219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D430B8-8A34-1248-AAC6-B3E0437DF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4AEB35-3B32-CE45-94A8-5917398BA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01B0AB-1952-2140-950C-4BCB490BD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26B84-87D9-CD40-AC10-40C642A1F7BC}" type="datetimeFigureOut">
              <a:rPr kumimoji="1" lang="zh-CN" altLang="en-US" smtClean="0"/>
              <a:t>2022/5/31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244F7C-32A8-444E-9FCB-3F739915F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EBFA62-4E5B-0B4C-848B-7503F399E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B9011-55A9-6242-A2E7-D712671FDD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83373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44392D-A227-8A44-8672-3F6144F19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32C1E4-4E3B-124A-8572-43993873D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A5F6823-85DC-A74E-8ED9-4E997AE702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07E4B2-C29D-B349-951D-B38AA1E82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26B84-87D9-CD40-AC10-40C642A1F7BC}" type="datetimeFigureOut">
              <a:rPr kumimoji="1" lang="zh-CN" altLang="en-US" smtClean="0"/>
              <a:t>2022/5/31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AE855E-9DDC-9447-A7AC-9057B515D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65EEAD-7A15-E64F-9715-579E12925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B9011-55A9-6242-A2E7-D712671FDD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641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69BACD-B8CA-B44F-A260-A123911C0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446AC0-468D-084A-8959-F17DE5D11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9545C1-0F43-2143-B7CA-B43ABBD97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DAE6A95-98F9-084E-B93B-69F469CAAA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F53B583-E5AE-8D4E-8CD5-19C22DF900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1F763DF-3B58-C84E-9549-0B331D891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26B84-87D9-CD40-AC10-40C642A1F7BC}" type="datetimeFigureOut">
              <a:rPr kumimoji="1" lang="zh-CN" altLang="en-US" smtClean="0"/>
              <a:t>2022/5/31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91DF1AD-EEB9-7C41-8DF8-ABCC52057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7BF9A17-93E6-5C40-A0AB-FD9F83AFA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B9011-55A9-6242-A2E7-D712671FDD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971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8FCE4D-95A3-E24E-88F0-6AA312A42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EFA2393-9058-D44E-98F2-27E2A31A7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26B84-87D9-CD40-AC10-40C642A1F7BC}" type="datetimeFigureOut">
              <a:rPr kumimoji="1" lang="zh-CN" altLang="en-US" smtClean="0"/>
              <a:t>2022/5/31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AA6D27C-8338-924D-A799-0914F8250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6ECE7C7-8CA8-BD4B-B502-C27A45AF0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B9011-55A9-6242-A2E7-D712671FDD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8908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C182C2-71C3-A24B-B4BD-6DC07CEF9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26B84-87D9-CD40-AC10-40C642A1F7BC}" type="datetimeFigureOut">
              <a:rPr kumimoji="1" lang="zh-CN" altLang="en-US" smtClean="0"/>
              <a:t>2022/5/31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D12A72D-55EC-664A-8575-00C1675C3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EC68CA-A19F-EB43-A39C-58ED14C6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B9011-55A9-6242-A2E7-D712671FDD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9498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831C2A-5D31-0B40-8274-90E547CBD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6095EA-D173-3B45-B249-B956A5C2D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817681-79DD-2B49-AACA-11877A61B4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FC9CCC-C5D8-7346-99EF-16CA8A779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26B84-87D9-CD40-AC10-40C642A1F7BC}" type="datetimeFigureOut">
              <a:rPr kumimoji="1" lang="zh-CN" altLang="en-US" smtClean="0"/>
              <a:t>2022/5/31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8D4E72-F5E0-444F-A188-3CD7B752A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36EB40-6795-2B43-9844-FBFDFBE8E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B9011-55A9-6242-A2E7-D712671FDD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17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C40590-458E-0C4C-A5F5-35C7DDA37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EFF1430-0A98-0A4B-92A2-B79B37F369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3AD9A6-F1BE-EF40-AD58-278E9E4F58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4F552A-6C01-5D42-ADEB-4723CED57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26B84-87D9-CD40-AC10-40C642A1F7BC}" type="datetimeFigureOut">
              <a:rPr kumimoji="1" lang="zh-CN" altLang="en-US" smtClean="0"/>
              <a:t>2022/5/31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FBDAB9-FB22-294A-9E2A-898E62699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80BC38-17E7-A54D-83F6-DD702634A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B9011-55A9-6242-A2E7-D712671FDD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4139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3C719C-A5CF-7640-A2CC-374169365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BA8AAB-11B3-5A49-AB3B-D4C61A518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68D51D-7503-1746-BBFC-BE58B4138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26B84-87D9-CD40-AC10-40C642A1F7BC}" type="datetimeFigureOut">
              <a:rPr kumimoji="1" lang="zh-CN" altLang="en-US" smtClean="0"/>
              <a:t>2022/5/31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3C0E5E-EBAE-4C4F-B205-80BD89E21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374BF4-7ECD-294E-95AB-0EAD82733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B9011-55A9-6242-A2E7-D712671FDD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3017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612963B-2C0A-F140-B9E2-5DB7D93F56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3A20E7A-6509-1B4A-953D-C3A4DEE0F8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76ED73-C8A7-3C4E-9726-4C61C398D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26B84-87D9-CD40-AC10-40C642A1F7BC}" type="datetimeFigureOut">
              <a:rPr kumimoji="1" lang="zh-CN" altLang="en-US" smtClean="0"/>
              <a:t>2022/5/31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72EF4B-FCE4-5C4D-AE5C-57D4E91A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15662C-93E5-FD49-9FC9-7859D8A45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B9011-55A9-6242-A2E7-D712671FDD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5794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23500FC-2C0A-5240-8815-3CAFC315D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F394BA-05F7-5849-9714-C6D4AC570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CE42A5-2597-1F40-B699-FE7BB23326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26B84-87D9-CD40-AC10-40C642A1F7BC}" type="datetimeFigureOut">
              <a:rPr kumimoji="1" lang="zh-CN" altLang="en-US" smtClean="0"/>
              <a:t>2022/5/31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0F16E7-2EF5-D345-A056-7E3B5F175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2DDFBE-46B9-C445-8181-7CA21B657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B9011-55A9-6242-A2E7-D712671FDD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640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606377-C382-FC4B-B93F-55D7FEF4BB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C++</a:t>
            </a:r>
            <a:r>
              <a:rPr kumimoji="1" lang="zh-CN" altLang="en-US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习题课</a:t>
            </a:r>
            <a:r>
              <a:rPr kumimoji="1" lang="en-US" altLang="zh-CN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(14)</a:t>
            </a:r>
            <a:endParaRPr kumimoji="1" lang="zh-CN" altLang="en-US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199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3BC723-80D1-984E-8575-F053B7E60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习题</a:t>
            </a:r>
            <a:r>
              <a:rPr kumimoji="1" lang="en-US" altLang="zh-CN" sz="28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14</a:t>
            </a:r>
            <a:r>
              <a:rPr kumimoji="1" lang="zh-CN" altLang="en-US" sz="28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28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A1</a:t>
            </a:r>
            <a:endParaRPr kumimoji="1" lang="zh-CN" altLang="en-US" sz="28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30815DC-B3EC-DB40-9BB6-0FD69D3F1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3374"/>
            <a:ext cx="10515600" cy="475280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1" lang="zh-CN" altLang="en-US" sz="18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程序的错误包括哪几种？它们分别是由于什么原因造成的？试举例说明。</a:t>
            </a:r>
            <a:endParaRPr kumimoji="1" lang="en-US" altLang="zh-CN" sz="18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kumimoji="1" lang="en-US" altLang="zh-CN" sz="18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kumimoji="1" lang="zh-CN" altLang="en-US" sz="18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答：程序的错误通常包括：语法错误，逻辑错误和运行异常。</a:t>
            </a:r>
          </a:p>
          <a:p>
            <a:pPr>
              <a:lnSpc>
                <a:spcPct val="150000"/>
              </a:lnSpc>
            </a:pPr>
            <a:r>
              <a:rPr kumimoji="1" lang="zh-CN" altLang="en-US" sz="18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语法错误是指程序的书写不符合语言的语法规则，这类错误可由编译程序发现。</a:t>
            </a:r>
          </a:p>
          <a:p>
            <a:pPr>
              <a:lnSpc>
                <a:spcPct val="150000"/>
              </a:lnSpc>
            </a:pPr>
            <a:r>
              <a:rPr kumimoji="1" lang="zh-CN" altLang="en-US" sz="18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逻辑错误（或语义错误）是指程序设计不当造成程序没有完成预期的功能，这类错误通过测试发现。</a:t>
            </a:r>
          </a:p>
          <a:p>
            <a:pPr>
              <a:lnSpc>
                <a:spcPct val="150000"/>
              </a:lnSpc>
            </a:pPr>
            <a:r>
              <a:rPr kumimoji="1" lang="zh-CN" altLang="en-US" sz="18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运行异常（</a:t>
            </a:r>
            <a:r>
              <a:rPr kumimoji="1" lang="en" altLang="zh-CN" sz="18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exception</a:t>
            </a:r>
            <a:r>
              <a:rPr kumimoji="1" lang="zh-CN" altLang="en" sz="18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18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是指由程序运行环境问题造成的程序异常终止，如：内存空间不足、打开不存在的文件进行读操作、程序执行了除以</a:t>
            </a:r>
            <a:r>
              <a:rPr kumimoji="1" lang="en-US" altLang="zh-CN" sz="18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18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的指令等等。</a:t>
            </a:r>
          </a:p>
        </p:txBody>
      </p:sp>
    </p:spTree>
    <p:extLst>
      <p:ext uri="{BB962C8B-B14F-4D97-AF65-F5344CB8AC3E}">
        <p14:creationId xmlns:p14="http://schemas.microsoft.com/office/powerpoint/2010/main" val="1040632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3BC723-80D1-984E-8575-F053B7E60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习题</a:t>
            </a:r>
            <a:r>
              <a:rPr kumimoji="1" lang="en-US" altLang="zh-CN" sz="28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14</a:t>
            </a:r>
            <a:r>
              <a:rPr kumimoji="1" lang="zh-CN" altLang="en-US" sz="28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28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A2</a:t>
            </a:r>
            <a:endParaRPr kumimoji="1" lang="zh-CN" altLang="en-US" sz="28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30815DC-B3EC-DB40-9BB6-0FD69D3F1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3374"/>
            <a:ext cx="10515600" cy="475280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1" lang="en" altLang="zh-CN" sz="18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C++</a:t>
            </a:r>
            <a:r>
              <a:rPr kumimoji="1" lang="zh-CN" altLang="en-US" sz="18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提供的异常处理机制的好处是什么？</a:t>
            </a:r>
            <a:endParaRPr kumimoji="1" lang="en-US" altLang="zh-CN" sz="18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kumimoji="1" lang="en-US" altLang="zh-CN" sz="18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kumimoji="1" lang="zh-CN" altLang="en-US" sz="18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答：</a:t>
            </a:r>
            <a:r>
              <a:rPr kumimoji="1" lang="en" altLang="zh-CN" sz="18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C++</a:t>
            </a:r>
            <a:r>
              <a:rPr kumimoji="1" lang="zh-CN" altLang="en-US" sz="18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的异常处理机制的好处是：</a:t>
            </a:r>
          </a:p>
          <a:p>
            <a:pPr marL="0" indent="0">
              <a:lnSpc>
                <a:spcPct val="150000"/>
              </a:lnSpc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18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把程序的异常处理和正常逻辑分开描述。</a:t>
            </a:r>
          </a:p>
          <a:p>
            <a:pPr marL="0" indent="0">
              <a:lnSpc>
                <a:spcPct val="150000"/>
              </a:lnSpc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18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方便实现异常的异地处理。</a:t>
            </a:r>
          </a:p>
          <a:p>
            <a:pPr marL="0" indent="0">
              <a:lnSpc>
                <a:spcPct val="150000"/>
              </a:lnSpc>
              <a:buNone/>
            </a:pPr>
            <a:endParaRPr kumimoji="1" lang="zh-CN" altLang="en-US" sz="18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092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3BC723-80D1-984E-8575-F053B7E60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习题</a:t>
            </a:r>
            <a:r>
              <a:rPr kumimoji="1" lang="en-US" altLang="zh-CN" sz="28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14</a:t>
            </a:r>
            <a:r>
              <a:rPr kumimoji="1" lang="zh-CN" altLang="en-US" sz="28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28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A4</a:t>
            </a:r>
            <a:endParaRPr kumimoji="1" lang="zh-CN" altLang="en-US" sz="28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30815DC-B3EC-DB40-9BB6-0FD69D3F1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3374"/>
            <a:ext cx="5203538" cy="475280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1" lang="zh-CN" altLang="en-US" sz="18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定义一个具有数组性质的类，对该类重载操作符“</a:t>
            </a:r>
            <a:r>
              <a:rPr kumimoji="1" lang="en-US" altLang="zh-CN" sz="18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[]”</a:t>
            </a:r>
            <a:r>
              <a:rPr kumimoji="1" lang="zh-CN" altLang="en-US" sz="18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实现数组元素的访问。要求：在操作符“</a:t>
            </a:r>
            <a:r>
              <a:rPr kumimoji="1" lang="en-US" altLang="zh-CN" sz="18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[]”</a:t>
            </a:r>
            <a:r>
              <a:rPr kumimoji="1" lang="zh-CN" altLang="en-US" sz="18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重载函数中对下标进行检查，越界时抛掷一种异常对象。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1A667FF-4868-2355-E321-4D07E1B3E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1738" y="920266"/>
            <a:ext cx="2910364" cy="501746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BDF9A4E-008F-E4E5-E121-8A4ECCF05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9091" y="920266"/>
            <a:ext cx="2526594" cy="350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522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2200</TotalTime>
  <Words>246</Words>
  <Application>Microsoft Macintosh PowerPoint</Application>
  <PresentationFormat>宽屏</PresentationFormat>
  <Paragraphs>19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Arial</vt:lpstr>
      <vt:lpstr>Times New Roman</vt:lpstr>
      <vt:lpstr>Office 主题​​</vt:lpstr>
      <vt:lpstr>C++习题课(14)</vt:lpstr>
      <vt:lpstr>习题14：A1</vt:lpstr>
      <vt:lpstr>习题14：A2</vt:lpstr>
      <vt:lpstr>习题14：A4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Microsoft Office User</cp:lastModifiedBy>
  <cp:revision>120</cp:revision>
  <dcterms:created xsi:type="dcterms:W3CDTF">2022-03-10T12:33:41Z</dcterms:created>
  <dcterms:modified xsi:type="dcterms:W3CDTF">2022-05-31T11:02:57Z</dcterms:modified>
</cp:coreProperties>
</file>